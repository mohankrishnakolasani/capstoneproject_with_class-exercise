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83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nKrishnaKolasani/Music_Librar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nKrishnaKolasani/Music_Librar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A31515">
              <a:alpha val="35000"/>
            </a:srgbClr>
          </a:solidFill>
          <a:ln w="12700">
            <a:solidFill>
              <a:srgbClr val="A31515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474720" cy="640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LEARNING  ·  FULL STACK PROGRAMMING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Library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MERN Application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029200" cy="36576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24912"/>
            <a:ext cx="1920240" cy="365760"/>
          </a:xfrm>
          <a:prstGeom prst="rect">
            <a:avLst/>
          </a:prstGeom>
          <a:solidFill>
            <a:srgbClr val="A31515">
              <a:alpha val="70000"/>
            </a:srgbClr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24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2724912"/>
            <a:ext cx="1920240" cy="365760"/>
          </a:xfrm>
          <a:prstGeom prst="rect">
            <a:avLst/>
          </a:prstGeom>
          <a:solidFill>
            <a:srgbClr val="A31515">
              <a:alpha val="70000"/>
            </a:srgbClr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724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724912"/>
            <a:ext cx="1920240" cy="365760"/>
          </a:xfrm>
          <a:prstGeom prst="rect">
            <a:avLst/>
          </a:prstGeom>
          <a:solidFill>
            <a:srgbClr val="A31515">
              <a:alpha val="70000"/>
            </a:srgbClr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724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2724912"/>
            <a:ext cx="1920240" cy="365760"/>
          </a:xfrm>
          <a:prstGeom prst="rect">
            <a:avLst/>
          </a:prstGeom>
          <a:solidFill>
            <a:srgbClr val="A31515">
              <a:alpha val="70000"/>
            </a:srgbClr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724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Kolasani Mohan Krishna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2025</a:t>
            </a:r>
            <a:endParaRPr lang="en-US" sz="1100" dirty="0"/>
          </a:p>
        </p:txBody>
      </p:sp>
      <p:sp>
        <p:nvSpPr>
          <p:cNvPr id="19" name="Text 17">
            <a:hlinkClick r:id="rId3"/>
          </p:cNvPr>
          <p:cNvSpPr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github.com/MohanKrishnaKolasani/Music_Library</a:t>
            </a:r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22999E-9F3C-A7F7-BC43-89C0BA8DEE71}"/>
              </a:ext>
            </a:extLst>
          </p:cNvPr>
          <p:cNvSpPr txBox="1"/>
          <p:nvPr/>
        </p:nvSpPr>
        <p:spPr>
          <a:xfrm>
            <a:off x="6583680" y="3974123"/>
            <a:ext cx="210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Instruct By:</a:t>
            </a:r>
          </a:p>
          <a:p>
            <a:pPr algn="r"/>
            <a:r>
              <a:rPr lang="en-IN" dirty="0">
                <a:solidFill>
                  <a:schemeClr val="bg1"/>
                </a:solidFill>
              </a:rPr>
              <a:t>Abhishek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11480" cy="36576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676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56632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  |  Capstone Project  |  Kolasani Mohan Krishna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05840"/>
            <a:ext cx="54864" cy="10972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005840"/>
            <a:ext cx="54864" cy="10972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143000"/>
            <a:ext cx="4572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50408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50408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roles &amp; user stories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304288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304288"/>
            <a:ext cx="54864" cy="10972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441448"/>
            <a:ext cx="4572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2441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5568" y="2761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 technologies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304288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304288"/>
            <a:ext cx="54864" cy="10972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441448"/>
            <a:ext cx="4572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50408" y="2441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50408" y="2761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&amp; data model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602736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602736"/>
            <a:ext cx="54864" cy="10972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739896"/>
            <a:ext cx="4572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15568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Diagram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15568" y="40599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model class structure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602736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602736"/>
            <a:ext cx="54864" cy="10972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3739896"/>
            <a:ext cx="4572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550408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Diagram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50408" y="40599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response flow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11480" cy="36576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676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56632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  |  Capstone Project  |  Kolasani Mohan Krishna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35661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143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1536192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is one of the most universal forms of entertainment. The challenge was to build a complete digital music library platform that solves the following real-world needs:
</a:t>
            </a:r>
            <a:r>
              <a:rPr lang="en-US" sz="12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  </a:t>
            </a: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Discover and play songs, organise personal playlists, and search the full catalogue by song, artist, album, or director.
</a:t>
            </a:r>
            <a:r>
              <a:rPr lang="en-US" sz="12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Admins  </a:t>
            </a: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Maintain the music library by adding, editing, and controlling song visibility, managing artists and albums, and notifying users about new content.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0" y="1051560"/>
            <a:ext cx="3154680" cy="3566160"/>
          </a:xfrm>
          <a:prstGeom prst="rect">
            <a:avLst/>
          </a:prstGeom>
          <a:solidFill>
            <a:srgbClr val="8B0000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11704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Goals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06440" y="1627632"/>
            <a:ext cx="164592" cy="164592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5819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2039112"/>
            <a:ext cx="164592" cy="164592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9933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all entities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2450592"/>
            <a:ext cx="164592" cy="164592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24048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 management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06440" y="2862072"/>
            <a:ext cx="164592" cy="164592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28163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playback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3273552"/>
            <a:ext cx="164592" cy="164592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3227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06440" y="3685032"/>
            <a:ext cx="164592" cy="164592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36393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E2E test coverage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06440" y="4096512"/>
            <a:ext cx="164592" cy="164592"/>
          </a:xfrm>
          <a:prstGeom prst="ellipse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4050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design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11480" cy="36576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676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roles &amp; user stories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56632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  |  Capstone Project  |  Kolasani Mohan Krishna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4114800" cy="3840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 Regular User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" y="1508760"/>
            <a:ext cx="128016" cy="12801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463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 &amp; manage profile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" y="1856232"/>
            <a:ext cx="128016" cy="12801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1810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available songs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" y="2203704"/>
            <a:ext cx="128016" cy="12801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1579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artist, album, director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" y="2551176"/>
            <a:ext cx="128016" cy="12801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505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song details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" y="2898648"/>
            <a:ext cx="128016" cy="12801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28529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multiple playlists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" y="3246120"/>
            <a:ext cx="128016" cy="12801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200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songs from playlists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593592"/>
            <a:ext cx="128016" cy="12801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547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audio player (prev / next)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" y="3941064"/>
            <a:ext cx="128016" cy="12801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38953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Library by albums &amp; artists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" y="4288536"/>
            <a:ext cx="128016" cy="12801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42428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 for new songs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005840"/>
            <a:ext cx="41148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 Admin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64608" y="1508760"/>
            <a:ext cx="128016" cy="12801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4064" y="1463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admin dashboard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64608" y="1901952"/>
            <a:ext cx="128016" cy="12801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18562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on songs + visibility toggle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64608" y="2295144"/>
            <a:ext cx="128016" cy="12801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84064" y="22494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artists (with photos)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64608" y="2688336"/>
            <a:ext cx="128016" cy="12801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26426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music directors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64608" y="3081528"/>
            <a:ext cx="128016" cy="12801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84064" y="3035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albums (with cover images)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64608" y="3474720"/>
            <a:ext cx="128016" cy="12801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84064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registered users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64608" y="3867912"/>
            <a:ext cx="128016" cy="12801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84064" y="3822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notifications on new songs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864608" y="4261104"/>
            <a:ext cx="128016" cy="12801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84064" y="42153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— songs, artists, albums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— Frontend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11480" cy="36576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676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built with modern tooling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56632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  |  Capstone Project  |  Kolasani Mohan Krishna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54864" cy="822960"/>
          </a:xfrm>
          <a:prstGeom prst="rect">
            <a:avLst/>
          </a:prstGeom>
          <a:solidFill>
            <a:srgbClr val="087EA4"/>
          </a:solidFill>
          <a:ln w="12700">
            <a:solidFill>
              <a:srgbClr val="08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 — component-based SPA with hooks and context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54864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Router v7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routing, PrivateRoute guard, role-based redirects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93392"/>
            <a:ext cx="54864" cy="822960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66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359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layout, grid system, utility classes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993392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993392"/>
            <a:ext cx="54864" cy="822960"/>
          </a:xfrm>
          <a:prstGeom prst="rect">
            <a:avLst/>
          </a:prstGeom>
          <a:solidFill>
            <a:srgbClr val="5A29E4"/>
          </a:solidFill>
          <a:ln w="12700">
            <a:solidFill>
              <a:srgbClr val="5A29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066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359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— auto-attaches JWT token via interceptor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98094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80944"/>
            <a:ext cx="54864" cy="822960"/>
          </a:xfrm>
          <a:prstGeom prst="rect">
            <a:avLst/>
          </a:prstGeom>
          <a:solidFill>
            <a:srgbClr val="087EA4"/>
          </a:solidFill>
          <a:ln w="12700">
            <a:solidFill>
              <a:srgbClr val="08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54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3467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+ PlayerContext for global state management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98094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80944"/>
            <a:ext cx="54864" cy="822960"/>
          </a:xfrm>
          <a:prstGeom prst="rect">
            <a:avLst/>
          </a:prstGeom>
          <a:solidFill>
            <a:srgbClr val="C21325"/>
          </a:solidFill>
          <a:ln w="12700">
            <a:solidFill>
              <a:srgbClr val="C213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054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Jest + RTL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3467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hooks, components, services (195 tests)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06040" y="396849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06040" y="3968496"/>
            <a:ext cx="54864" cy="822960"/>
          </a:xfrm>
          <a:prstGeom prst="rect">
            <a:avLst/>
          </a:prstGeom>
          <a:solidFill>
            <a:srgbClr val="17B27B"/>
          </a:solidFill>
          <a:ln w="12700">
            <a:solidFill>
              <a:srgbClr val="17B2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Cypress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788920" y="43342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 — login, register, songs, playlists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— Backend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11480" cy="36576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676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REST API with MongoDB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56632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  |  Capstone Project  |  Kolasani Mohan Krishna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05840"/>
            <a:ext cx="54864" cy="804672"/>
          </a:xfrm>
          <a:prstGeom prst="rect">
            <a:avLst/>
          </a:prstGeom>
          <a:solidFill>
            <a:srgbClr val="3C873A"/>
          </a:solidFill>
          <a:ln w="12700">
            <a:solidFill>
              <a:srgbClr val="3C8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— event-driven, non-blocking I/O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54864" cy="80467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 web framework — routing, middleware, REST APIs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659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65960"/>
            <a:ext cx="54864" cy="804672"/>
          </a:xfrm>
          <a:prstGeom prst="rect">
            <a:avLst/>
          </a:prstGeom>
          <a:solidFill>
            <a:srgbClr val="47A248"/>
          </a:solidFill>
          <a:ln w="12700">
            <a:solidFill>
              <a:srgbClr val="47A2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39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database — flexible schema via Mongoose ODM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965960"/>
            <a:ext cx="54864" cy="804672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039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Mongoose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definition, validation, relationships and indexing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26080"/>
            <a:ext cx="54864" cy="804672"/>
          </a:xfrm>
          <a:prstGeom prst="rect">
            <a:avLst/>
          </a:prstGeom>
          <a:solidFill>
            <a:srgbClr val="D63AFF"/>
          </a:solidFill>
          <a:ln w="12700">
            <a:solidFill>
              <a:srgbClr val="D63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Web Tokens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 — token issued on login, verified via middleware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26080"/>
            <a:ext cx="54864" cy="804672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middleware — songs (mp3), images (jpg/png)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88620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886200"/>
            <a:ext cx="54864" cy="804672"/>
          </a:xfrm>
          <a:prstGeom prst="rect">
            <a:avLst/>
          </a:prstGeom>
          <a:solidFill>
            <a:srgbClr val="2F6D9E"/>
          </a:solidFill>
          <a:ln w="12700">
            <a:solidFill>
              <a:srgbClr val="2F6D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959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bcryptjs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251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— salted hash stored, never plain text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88620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886200"/>
            <a:ext cx="54864" cy="804672"/>
          </a:xfrm>
          <a:prstGeom prst="rect">
            <a:avLst/>
          </a:prstGeom>
          <a:solidFill>
            <a:srgbClr val="8D6748"/>
          </a:solidFill>
          <a:ln w="12700">
            <a:solidFill>
              <a:srgbClr val="8D67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959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Mocha + Chai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4251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 tests — auth, songs, playlists endpoints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11480" cy="36576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676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and data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56632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  |  Capstone Project  |  Kolasani Mohan Krishna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960120"/>
            <a:ext cx="1645920" cy="3200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960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280160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13075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_id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15270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roleName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960120"/>
            <a:ext cx="1920240" cy="320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1280160"/>
            <a:ext cx="1920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13075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_id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84832" y="15270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84832" y="1746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84832" y="19659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84832" y="2185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password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84832" y="2404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profilePicture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84832" y="26243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roleId → Role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60520" y="960120"/>
            <a:ext cx="2011680" cy="3200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1280160"/>
            <a:ext cx="20116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13075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_id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33672" y="15270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playlistName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33672" y="17465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userId → User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33672" y="19659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songs[] → Song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2926080"/>
            <a:ext cx="2286000" cy="32004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0" y="3246120"/>
            <a:ext cx="22860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84832" y="3273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_id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84832" y="34930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songName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84832" y="37124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duration  /  releaseDate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84832" y="39319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filePath  /  isVisible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84832" y="415137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albumId → Album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84832" y="43708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artistId[] → Artist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84832" y="45902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directorId → Director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4592" y="2926080"/>
            <a:ext cx="1737360" cy="320040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4592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Album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64592" y="324612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" y="32735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_id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37744" y="34930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albumName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37744" y="37124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releaseDate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37744" y="39319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coverImage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7744" y="41513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directorId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26280" y="2926080"/>
            <a:ext cx="1737360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2628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26280" y="3246120"/>
            <a:ext cx="1737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99432" y="32735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_id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99432" y="34930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artistName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99432" y="37124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artistPhoto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92240" y="2926080"/>
            <a:ext cx="1828800" cy="32004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MusicDirector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92240" y="3246120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65392" y="32735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_id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65392" y="3493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directorName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65392" y="37124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directorPhoto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00800" y="960120"/>
            <a:ext cx="2423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960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0" y="1280160"/>
            <a:ext cx="242316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73952" y="1307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_id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73952" y="1527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message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73952" y="1746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73952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isRead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73952" y="2185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userId → User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473952" y="2404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songId → Song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810512" y="1143000"/>
            <a:ext cx="20116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3931920" y="1463040"/>
            <a:ext cx="228600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3931920" y="1920240"/>
            <a:ext cx="2468880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1901952" y="3611880"/>
            <a:ext cx="10972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4297680" y="3611880"/>
            <a:ext cx="228600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4297680" y="3840480"/>
            <a:ext cx="2194560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  🔗 Foreign Key / Reference    ── Relationship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11480" cy="36576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676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and model layer 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56632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  |  Capstone Project  |  Kolasani Mohan Krishna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" y="1005840"/>
            <a:ext cx="2103120" cy="2926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10149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7160" y="11430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" y="1298448"/>
            <a:ext cx="2103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3258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register(data)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" y="150876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login(email, pwd)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1168" y="16916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getProfile()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1168" y="18745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uploadPicture(file)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77440" y="1005840"/>
            <a:ext cx="2103120" cy="29260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0149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377440" y="11430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songService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1298448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13258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getAllSongs()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41448" y="150876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searchSongs(params)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41448" y="16916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addSong(data)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41448" y="18745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updateSong(id, data)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41448" y="205740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deleteSong(id)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441448" y="22402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toggleVisibility(id)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17720" y="1005840"/>
            <a:ext cx="210312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0149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17720" y="11430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playlistService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1298448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13258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getPlaylists()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81728" y="150876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createPlaylist(data)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81728" y="16916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updatePlaylist(id)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81728" y="18745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deletePlaylist(id)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81728" y="205740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addSong(plId, sId)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81728" y="22402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removeSong(plId, sId)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58000" y="1005840"/>
            <a:ext cx="2011680" cy="2926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101498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858000" y="1143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albumService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1298448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132588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getAlbums()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22008" y="150876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addAlbum(data)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22008" y="169164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updateAlbum(id)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22008" y="187452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deleteAlbum(id)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3154680"/>
            <a:ext cx="210312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3163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37160" y="32918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artistService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37160" y="3447288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34747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getArtists()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01168" y="365760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addArtist(data)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01168" y="38404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updateArtist(id)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01168" y="402336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updatePhoto(id)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01168" y="42062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deleteArtist(id)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77440" y="3154680"/>
            <a:ext cx="2103120" cy="29260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77440" y="3163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377440" y="32918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directorService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377440" y="3447288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41448" y="34747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getDirectors()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441448" y="365760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addDirector(data)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441448" y="38404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updateDirector(id)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441448" y="402336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updatePhoto(id)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441448" y="42062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deleteDirector(id)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17720" y="3154680"/>
            <a:ext cx="21031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17720" y="3163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617720" y="32918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notificationService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617720" y="3447288"/>
            <a:ext cx="2103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81728" y="34747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getNotifications(uid)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681728" y="365760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createNotification()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681728" y="38404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markAsRead(id)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681728" y="402336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markAllRead(uid)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858000" y="3154680"/>
            <a:ext cx="2011680" cy="2926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0" y="316382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858000" y="32918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userService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858000" y="3447288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22008" y="347472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getUsers()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922008" y="365760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updateUser(id)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922008" y="384048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deleteUser(id)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274320" y="482803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depend on Mongoose models (User, Song, Playlist, Album, Artist, MusicDirector, Notification)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11480" cy="36576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676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through the application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56632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  |  Capstone Project  |  Kolasani Mohan Krishna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201168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86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/ Client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1161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868680"/>
            <a:ext cx="201168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886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161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2011680" cy="59436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86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161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868680"/>
            <a:ext cx="2011680" cy="5943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886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1161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+ MongoDB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1161288"/>
            <a:ext cx="274320" cy="0"/>
          </a:xfrm>
          <a:prstGeom prst="line">
            <a:avLst/>
          </a:prstGeom>
          <a:noFill/>
          <a:ln w="19050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1097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1161288"/>
            <a:ext cx="274320" cy="0"/>
          </a:xfrm>
          <a:prstGeom prst="line">
            <a:avLst/>
          </a:prstGeom>
          <a:noFill/>
          <a:ln w="19050">
            <a:solidFill>
              <a:srgbClr val="1C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1097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161288"/>
            <a:ext cx="274320" cy="0"/>
          </a:xfrm>
          <a:prstGeom prst="line">
            <a:avLst/>
          </a:prstGeom>
          <a:noFill/>
          <a:ln w="19050">
            <a:solidFill>
              <a:srgbClr val="1C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1097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1691640"/>
            <a:ext cx="8778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1691640"/>
            <a:ext cx="54864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17556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User Login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" y="2057400"/>
            <a:ext cx="201168" cy="201168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2057400"/>
            <a:ext cx="201168" cy="20116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216" y="20391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email + password in Login form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11680" y="20848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66544" y="2057400"/>
            <a:ext cx="201168" cy="201168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66544" y="2057400"/>
            <a:ext cx="201168" cy="20116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66544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04288" y="20391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→ authService.login()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30752" y="20848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785616" y="2057400"/>
            <a:ext cx="201168" cy="201168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85616" y="2057400"/>
            <a:ext cx="201168" cy="20116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85616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23360" y="20391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compares password hash in MongoDB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49824" y="20848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04688" y="2057400"/>
            <a:ext cx="201168" cy="201168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04688" y="2057400"/>
            <a:ext cx="201168" cy="20116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04688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742432" y="20391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returned → stored in localStorage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168896" y="208483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23760" y="2057400"/>
            <a:ext cx="201168" cy="201168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23760" y="2057400"/>
            <a:ext cx="201168" cy="20116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61504" y="20391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updates → app re-renders with correct role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82880" y="2788920"/>
            <a:ext cx="8778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82880" y="2788920"/>
            <a:ext cx="54864" cy="9601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2852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Browse &amp; Play Songs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47472" y="3154680"/>
            <a:ext cx="201168" cy="201168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47472" y="3154680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3154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5216" y="3136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SongsPage mounts → useSongs hook calls searchSongs()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011680" y="318211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066544" y="3154680"/>
            <a:ext cx="201168" cy="201168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066544" y="3154680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66544" y="3154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304288" y="3136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/api/songs → songService fetches visible songs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730752" y="318211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785616" y="3154680"/>
            <a:ext cx="201168" cy="201168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785616" y="3154680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85616" y="3154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023360" y="3136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returns matched documents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49824" y="318211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504688" y="3154680"/>
            <a:ext cx="201168" cy="201168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504688" y="3154680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04688" y="3154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742432" y="3136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SongCards rendered → user clicks Play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168896" y="318211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223760" y="3154680"/>
            <a:ext cx="201168" cy="201168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223760" y="3154680"/>
            <a:ext cx="201168" cy="20116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23760" y="3154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461504" y="3136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PlayerContext.playSong() → audio element starts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82880" y="3886200"/>
            <a:ext cx="8778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82880" y="3886200"/>
            <a:ext cx="54864" cy="96012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7472" y="39502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Create Playlist + Add Song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347472" y="4251960"/>
            <a:ext cx="201168" cy="201168"/>
          </a:xfrm>
          <a:prstGeom prst="rect">
            <a:avLst/>
          </a:prstGeom>
          <a:solidFill>
            <a:srgbClr val="145A3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47472" y="4251960"/>
            <a:ext cx="201168" cy="201168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7472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85216" y="42336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playlist name → POST /api/playlists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2011680" y="42793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2066544" y="4251960"/>
            <a:ext cx="201168" cy="201168"/>
          </a:xfrm>
          <a:prstGeom prst="rect">
            <a:avLst/>
          </a:prstGeom>
          <a:solidFill>
            <a:srgbClr val="145A3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066544" y="4251960"/>
            <a:ext cx="201168" cy="201168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066544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2304288" y="42336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playlistService creates document with userId ref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730752" y="42793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3785616" y="4251960"/>
            <a:ext cx="201168" cy="201168"/>
          </a:xfrm>
          <a:prstGeom prst="rect">
            <a:avLst/>
          </a:prstGeom>
          <a:solidFill>
            <a:srgbClr val="145A3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785616" y="4251960"/>
            <a:ext cx="201168" cy="201168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785616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4023360" y="42336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'Add to Playlist' on a SongCard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449824" y="42793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504688" y="4251960"/>
            <a:ext cx="201168" cy="201168"/>
          </a:xfrm>
          <a:prstGeom prst="rect">
            <a:avLst/>
          </a:prstGeom>
          <a:solidFill>
            <a:srgbClr val="145A3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5504688" y="4251960"/>
            <a:ext cx="201168" cy="201168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504688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742432" y="42336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/api/playlists/:id/songs → song _id appended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7168896" y="42793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7223760" y="4251960"/>
            <a:ext cx="201168" cy="201168"/>
          </a:xfrm>
          <a:prstGeom prst="rect">
            <a:avLst/>
          </a:prstGeom>
          <a:solidFill>
            <a:srgbClr val="145A3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223760" y="4251960"/>
            <a:ext cx="201168" cy="201168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223760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461504" y="42336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PlaylistDetails re-fetches → updated list displayed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A31515">
              <a:alpha val="30000"/>
            </a:srgbClr>
          </a:solidFill>
          <a:ln w="12700">
            <a:solidFill>
              <a:srgbClr val="A3151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9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 — Capstone Project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C9882A"/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80360"/>
            <a:ext cx="1737360" cy="777240"/>
          </a:xfrm>
          <a:prstGeom prst="rect">
            <a:avLst/>
          </a:prstGeom>
          <a:solidFill>
            <a:srgbClr val="A31515">
              <a:alpha val="60000"/>
            </a:srgbClr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077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2880360"/>
            <a:ext cx="1737360" cy="777240"/>
          </a:xfrm>
          <a:prstGeom prst="rect">
            <a:avLst/>
          </a:prstGeom>
          <a:solidFill>
            <a:srgbClr val="A31515">
              <a:alpha val="60000"/>
            </a:srgbClr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9077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926080" y="3310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880360"/>
            <a:ext cx="1737360" cy="777240"/>
          </a:xfrm>
          <a:prstGeom prst="rect">
            <a:avLst/>
          </a:prstGeom>
          <a:solidFill>
            <a:srgbClr val="A31515">
              <a:alpha val="60000"/>
            </a:srgbClr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9077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0" y="3310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Tests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2880360"/>
            <a:ext cx="1737360" cy="777240"/>
          </a:xfrm>
          <a:prstGeom prst="rect">
            <a:avLst/>
          </a:prstGeom>
          <a:solidFill>
            <a:srgbClr val="A31515">
              <a:alpha val="60000"/>
            </a:srgbClr>
          </a:solidFill>
          <a:ln w="12700">
            <a:solidFill>
              <a:srgbClr val="C98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9077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32320" y="3310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Suites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D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Kolasani Mohan Krishna  ·  Full Stack Programming  ·  Great Learning  ·  2025</a:t>
            </a:r>
            <a:endParaRPr lang="en-US" sz="1200" dirty="0"/>
          </a:p>
        </p:txBody>
      </p:sp>
      <p:sp>
        <p:nvSpPr>
          <p:cNvPr id="21" name="Text 19">
            <a:hlinkClick r:id="rId3"/>
          </p:cNvPr>
          <p:cNvSpPr/>
          <p:nvPr/>
        </p:nvSpPr>
        <p:spPr>
          <a:xfrm>
            <a:off x="457200" y="4160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C988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github.com/MohanKrishnaKolasani/Music_Library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1216</Words>
  <Application>Microsoft Office PowerPoint</Application>
  <PresentationFormat>On-screen Show (16:9)</PresentationFormat>
  <Paragraphs>306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Library — Capstone Project</dc:title>
  <dc:subject>PptxGenJS Presentation</dc:subject>
  <dc:creator>PptxGenJS</dc:creator>
  <cp:lastModifiedBy>mohan krishna kolasani</cp:lastModifiedBy>
  <cp:revision>2</cp:revision>
  <dcterms:created xsi:type="dcterms:W3CDTF">2026-03-17T04:22:54Z</dcterms:created>
  <dcterms:modified xsi:type="dcterms:W3CDTF">2026-03-17T04:32:31Z</dcterms:modified>
</cp:coreProperties>
</file>